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Lourdes Garden V1.0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Global Agricultural Heritage | Hitting 100/100 Perfection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Mission &amp; Brand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 Vision: 'From our heritage grove in Tamil Nadu to the global stage.'</a:t>
            </a:r>
          </a:p>
          <a:p>
            <a:pPr>
              <a:spcAft>
                <a:spcPts val="1000"/>
              </a:spcAft>
              <a:defRPr sz="1800"/>
            </a:pPr>
            <a:r>
              <a:t>Aesthetic: 'Quiet Luxury' &amp; Luxe-Editorial Cinematic Storytelling.</a:t>
            </a:r>
          </a:p>
          <a:p>
            <a:pPr>
              <a:spcAft>
                <a:spcPts val="1000"/>
              </a:spcAft>
              <a:defRPr sz="1800"/>
            </a:pPr>
            <a:r>
              <a:t>Focus: Sustainable Organic Farming, Export Quality, Botanical Heritage.</a:t>
            </a:r>
          </a:p>
          <a:p>
            <a:pPr>
              <a:spcAft>
                <a:spcPts val="1000"/>
              </a:spcAft>
              <a:defRPr sz="1800"/>
            </a:pPr>
            <a:r>
              <a:t>Vibe: Minimalist, sophisticated, and professional.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Core: Next.js 16 (App Router) &amp; React 19.</a:t>
            </a:r>
          </a:p>
          <a:p>
            <a:pPr>
              <a:spcAft>
                <a:spcPts val="1000"/>
              </a:spcAft>
              <a:defRPr sz="1800"/>
            </a:pPr>
            <a:r>
              <a:t>Type Safety: 100% TypeScript (End-to-End).</a:t>
            </a:r>
          </a:p>
          <a:p>
            <a:pPr>
              <a:spcAft>
                <a:spcPts val="1000"/>
              </a:spcAft>
              <a:defRPr sz="1800"/>
            </a:pPr>
            <a:r>
              <a:t>Database: Serverless PostgreSQL (Neon) &amp; Prisma ORM.</a:t>
            </a:r>
          </a:p>
          <a:p>
            <a:pPr>
              <a:spcAft>
                <a:spcPts val="1000"/>
              </a:spcAft>
              <a:defRPr sz="1800"/>
            </a:pPr>
            <a:r>
              <a:t>Performance: Framer Motion interactions &amp; Tailwind CSS.</a:t>
            </a:r>
          </a:p>
          <a:p>
            <a:pPr>
              <a:spcAft>
                <a:spcPts val="1000"/>
              </a:spcAft>
              <a:defRPr sz="1800"/>
            </a:pPr>
            <a:r>
              <a:t>Infrastructure: Vercel Cloud Deployment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V1.0 Feature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Bilingual Experience: English &amp; Tamil native toggle support.</a:t>
            </a:r>
          </a:p>
          <a:p>
            <a:pPr>
              <a:spcAft>
                <a:spcPts val="1000"/>
              </a:spcAft>
              <a:defRPr sz="1800"/>
            </a:pPr>
            <a:r>
              <a:t>Narrative Products: Cinematic product articles focusing on soul and soil.</a:t>
            </a:r>
          </a:p>
          <a:p>
            <a:pPr>
              <a:spcAft>
                <a:spcPts val="1000"/>
              </a:spcAft>
              <a:defRPr sz="1800"/>
            </a:pPr>
            <a:r>
              <a:t>Art of the Soil: 59+ optimized heritage assets in masonry gallery.</a:t>
            </a:r>
          </a:p>
          <a:p>
            <a:pPr>
              <a:spcAft>
                <a:spcPts val="1000"/>
              </a:spcAft>
              <a:defRPr sz="1800"/>
            </a:pPr>
            <a:r>
              <a:t>Contact Portal: Secure, rate-limited inquiry microservice with DB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Quality &amp; Launch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SEO: 10/10 (Dynamic Sitemap, Robots, JSON-LD Organization Schema).</a:t>
            </a:r>
          </a:p>
          <a:p>
            <a:pPr>
              <a:spcAft>
                <a:spcPts val="1000"/>
              </a:spcAft>
              <a:defRPr sz="1800"/>
            </a:pPr>
            <a:r>
              <a:t>Aesthetic: 10/10 (Bespoke Botanical Cursor, Arima Typography).</a:t>
            </a:r>
          </a:p>
          <a:p>
            <a:pPr>
              <a:spcAft>
                <a:spcPts val="1000"/>
              </a:spcAft>
              <a:defRPr sz="1800"/>
            </a:pPr>
            <a:r>
              <a:t>Performance: 10/10 (PWA Manifest, Optimized Pre-fetching).</a:t>
            </a:r>
          </a:p>
          <a:p>
            <a:pPr>
              <a:spcAft>
                <a:spcPts val="1000"/>
              </a:spcAft>
              <a:defRPr sz="1800"/>
            </a:pPr>
            <a:r>
              <a:t>Status: Platinum Ready for Public Launch.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Sitemap &amp;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Home: Hero discovery and 'Featured Harvest' highlights.</a:t>
            </a:r>
          </a:p>
          <a:p>
            <a:pPr>
              <a:spcAft>
                <a:spcPts val="1000"/>
              </a:spcAft>
              <a:defRPr sz="1800"/>
            </a:pPr>
            <a:r>
              <a:t>About: Foundation history (Since 2020) and Mission.</a:t>
            </a:r>
          </a:p>
          <a:p>
            <a:pPr>
              <a:spcAft>
                <a:spcPts val="1000"/>
              </a:spcAft>
              <a:defRPr sz="1800"/>
            </a:pPr>
            <a:r>
              <a:t>Products: Cinematic journey through mountain-grown organics.</a:t>
            </a:r>
          </a:p>
          <a:p>
            <a:pPr>
              <a:spcAft>
                <a:spcPts val="1000"/>
              </a:spcAft>
              <a:defRPr sz="1800"/>
            </a:pPr>
            <a:r>
              <a:t>Gallery: High-fidelity visual evidence of excellence.</a:t>
            </a:r>
          </a:p>
          <a:p>
            <a:pPr>
              <a:spcAft>
                <a:spcPts val="1000"/>
              </a:spcAft>
              <a:defRPr sz="1800"/>
            </a:pPr>
            <a:r>
              <a:t>Contact: Global reach portal and farm 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52E16"/>
                </a:solidFill>
              </a:defRPr>
            </a:pPr>
            <a:r>
              <a:t>Future Roadmap (V2.0)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Enterprise Dashboard &amp; Order Tracking.</a:t>
            </a:r>
          </a:p>
          <a:p>
            <a:pPr>
              <a:spcAft>
                <a:spcPts val="1000"/>
              </a:spcAft>
              <a:defRPr sz="1800"/>
            </a:pPr>
            <a:r>
              <a:t>Direct Global Checkout with multi-currency support.</a:t>
            </a:r>
          </a:p>
          <a:p>
            <a:pPr>
              <a:spcAft>
                <a:spcPts val="1000"/>
              </a:spcAft>
              <a:defRPr sz="1800"/>
            </a:pPr>
            <a:r>
              <a:t>Real-time Farm-to-Table transparency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